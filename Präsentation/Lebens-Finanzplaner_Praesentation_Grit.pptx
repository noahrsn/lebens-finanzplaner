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72" r:id="rId5"/>
    <p:sldId id="273" r:id="rId6"/>
    <p:sldId id="295" r:id="rId7"/>
    <p:sldId id="274" r:id="rId8"/>
    <p:sldId id="275" r:id="rId9"/>
    <p:sldId id="276" r:id="rId10"/>
    <p:sldId id="27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8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88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Datenbankabschnitt: Kern ist der Wechsel von JSON/NoSQL zu relationaler Struktur.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erklären: NoSQL war nicht falsch, aber für die benötigten relationalen Bearbeitungen weniger passend.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ER-Modell erklären. Besonders: Ziele und Ereignisse sind nicht mehr versteckt in einem JSON-Feld.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in Details verlieren; zentrale Begründung ist gezielte Änderbarkeit und Konsistenz.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einer der technisch stärksten Punkte der Doku: Änderungsdruck und Lösung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Frontend überleiten: Die Oberfläche profitiert, weil einzelne Ziele/Events gezielt darstellbar und bearbeitbar sind.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Teil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Datenbank &amp; Migration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1762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118872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F59E0B"/>
                </a:solidFill>
              </a:rPr>
              <a:t>🗄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713232" y="2816352"/>
            <a:ext cx="10607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3127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Ziel dieses Abschnitts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3474720"/>
            <a:ext cx="7498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Warum wurde das Datenmodell umgestellt und wie wurden JSON-Strukturen relational abgebildet?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7396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Ausgangslage der Datenhaltung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Von Azure Cosmos DB / JSON zur relationalen Datenbank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3 · Datenbank &amp; Migration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32688" y="15544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Ursprünglicher Ansatz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1993392"/>
            <a:ext cx="461772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Dokumentenorientierte Speicherung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Finanzprofil als größeres JSON-Objekt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Ziele und Lebensereignisse als eingebettete Arrays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Flexibel, aber schwerer gezielt zu ändern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510528" y="15544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Neuer Ansatz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65392" y="1993392"/>
            <a:ext cx="461772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Supabase mit PostgreSQL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Relationale Tabellen und Beziehungen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Gezielte CRUD-Operationen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Bessere Konsistenz und Abfragen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042424E2-BE46-1296-98E0-943CF9818396}"/>
              </a:ext>
            </a:extLst>
          </p:cNvPr>
          <p:cNvSpPr txBox="1"/>
          <p:nvPr/>
        </p:nvSpPr>
        <p:spPr>
          <a:xfrm>
            <a:off x="3048693" y="3244334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648C25F-1A76-F56D-653D-60E65124EC89}"/>
              </a:ext>
            </a:extLst>
          </p:cNvPr>
          <p:cNvSpPr txBox="1"/>
          <p:nvPr/>
        </p:nvSpPr>
        <p:spPr>
          <a:xfrm>
            <a:off x="3048693" y="3244334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1651A99-6741-9893-14A2-A6F0FCAAA848}"/>
              </a:ext>
            </a:extLst>
          </p:cNvPr>
          <p:cNvSpPr txBox="1"/>
          <p:nvPr/>
        </p:nvSpPr>
        <p:spPr>
          <a:xfrm>
            <a:off x="3048693" y="3244334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5D9B1B3-AAF1-A64F-F184-2CD94B35F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"/>
            <a:ext cx="121920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82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Relationales Datenmodell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Nutzer, Profil, Ziele und Ereignisse werden getrennt gespeichert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3 · Datenbank &amp; Migration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07792" y="2743200"/>
            <a:ext cx="65836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5833872" y="2606040"/>
            <a:ext cx="7772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5833872" y="2880360"/>
            <a:ext cx="777240" cy="4114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777240" y="22402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41832" y="24048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5608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users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78408" y="2898648"/>
            <a:ext cx="16093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Konto- und Login-Daten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3703320" y="22402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3867912" y="24048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61688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financial_profiles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904488" y="2898648"/>
            <a:ext cx="16093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finanzielle Basisdaten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766560" y="16459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931152" y="18105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24928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financial_goals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67728" y="2304288"/>
            <a:ext cx="17465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Ziele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766560" y="283464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931152" y="29992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11D48"/>
                </a:solidFill>
              </a:rPr>
              <a:t>📅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24928" y="3017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life_events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67728" y="3493008"/>
            <a:ext cx="17465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Lebensereignisse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464040" y="2240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9628632" y="24048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</a:rPr>
              <a:t>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122408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reset fields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665208" y="2898648"/>
            <a:ext cx="142646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Token-Hash + Ablauf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960120" y="4617720"/>
            <a:ext cx="98755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40" dirty="0">
                <a:solidFill>
                  <a:srgbClr val="334155"/>
                </a:solidFill>
              </a:rPr>
              <a:t>Ein Nutzer besitzt ein zugeordnetes Finanzprofil.</a:t>
            </a:r>
            <a:endParaRPr lang="en-US" sz="1240" dirty="0"/>
          </a:p>
          <a:p>
            <a:r>
              <a:rPr lang="en-US" sz="1240" dirty="0">
                <a:solidFill>
                  <a:srgbClr val="334155"/>
                </a:solidFill>
              </a:rPr>
              <a:t>Ziele und Ereignisse werden als eigenständige Datensätze gespeichert.</a:t>
            </a:r>
            <a:endParaRPr lang="en-US" sz="1240" dirty="0"/>
          </a:p>
          <a:p>
            <a:r>
              <a:rPr lang="en-US" sz="1240" dirty="0">
                <a:solidFill>
                  <a:srgbClr val="334155"/>
                </a:solidFill>
              </a:rPr>
              <a:t>Fremdschlüssel sichern die Zuordnung und erleichtern spätere Erweiterungen.</a:t>
            </a:r>
            <a:endParaRPr lang="en-US" sz="12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Warum nicht alles in JSON lassen?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Relationale Tabellen passen besser zu den benötigten Operationen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3 · Datenbank &amp; Migration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Kriterium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03320" y="1417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JSON im Profil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Relationale Tabellen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1810512"/>
            <a:ext cx="1042416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60120" y="1947672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</a:rPr>
              <a:t>Einzelnes Ziel ändern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03320" y="194767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Profil komplett lesen/schreiben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0" y="194767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47857"/>
                </a:solidFill>
              </a:rPr>
              <a:t>gezieltes UPDATE auf Ziel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2496312"/>
            <a:ext cx="1042416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960120" y="2633472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</a:rPr>
              <a:t>Abfragen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03320" y="263347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komplexer über JSON-Struktur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0" y="263347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47857"/>
                </a:solidFill>
              </a:rPr>
              <a:t>direkt über SQL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3182112"/>
            <a:ext cx="1042416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960120" y="3319272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</a:rPr>
              <a:t>Konsistenz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703320" y="331927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stärker durch Anwendungscode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0" y="331927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47857"/>
                </a:solidFill>
              </a:rPr>
              <a:t>Constraints und Fremdschlüssel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" y="3867912"/>
            <a:ext cx="1042416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960120" y="4005072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</a:rPr>
              <a:t>Erweiterbarkeit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03320" y="400507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schnell am Anfang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0" y="400507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47857"/>
                </a:solidFill>
              </a:rPr>
              <a:t>stabiler bei wachsendem Modell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4400" y="49834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Entscheidung: JSON war flexibel, relationale Tabellen wurden für den Prototyp langfristig robuster.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Migrationsablauf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Bestehende JSON-Strukturen in Kindtabellen überführen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3 · Datenbank &amp; Migration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2026310" cy="73152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58952" y="1856232"/>
            <a:ext cx="18800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Tabellen anlegen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876702" y="1645920"/>
            <a:ext cx="202631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2949854" y="1856232"/>
            <a:ext cx="18800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Profile lesen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067605" y="1645920"/>
            <a:ext cx="202631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140757" y="1856232"/>
            <a:ext cx="18800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Arrays extrahieren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258507" y="1645920"/>
            <a:ext cx="202631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331659" y="1856232"/>
            <a:ext cx="18800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Datensätze einfügen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449410" y="1645920"/>
            <a:ext cx="202631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9522562" y="1856232"/>
            <a:ext cx="18800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Zuordnung prüfen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68680" y="315468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33272" y="33192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⚙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27048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Migrationsskript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69848" y="3813048"/>
            <a:ext cx="26151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migrate_json_to_sql.py überführt Ziele und Lebensereignisse aus JSON in SQL-Tabellen.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434840" y="315468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599432" y="33192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93208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Kontrolle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636008" y="3813048"/>
            <a:ext cx="26151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Nach der Migration müssen Anzahl und Zuordnung der Datensätze geprüft werden.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8001000" y="315468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8165592" y="33192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11D48"/>
                </a:solidFill>
              </a:rPr>
              <a:t>!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59368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Risiko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02168" y="3813048"/>
            <a:ext cx="26151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Teilweise Migrationen können Inkonsistenzen erzeugen; produktiv wären Transaktionen wichtig.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Datenbankdesign: Bewertung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Was durch die Umstellung gewonnen wurde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3 · Datenbank &amp; Migration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</a:rPr>
              <a:t>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77240" y="2313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klare Zuordnung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0" y="16002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788920" y="2313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bessere Abfragen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800600" y="2313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saubere CRUDs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23760" y="146304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388352" y="16276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82128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Technischer Gewinn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24928" y="2121408"/>
            <a:ext cx="307238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Ziele, Ereignisse und Profile können getrennt verändert, validiert und erweitert werden.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68680" y="39776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33272" y="41422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</a:rPr>
              <a:t>…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27048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Offener Punkt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69848" y="4636008"/>
            <a:ext cx="407822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Migrationen sollten künftig versioniert und automatisiert werden, z. B. über Alembic oder SQL-Migrationsdateien.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806440" y="39776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971032" y="41422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64808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Übergabe an Frontend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007608" y="4636008"/>
            <a:ext cx="407822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Die Datenbankstruktur bestimmt, welche Funktionen die Oberfläche gezielt anbieten kann.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dacdcdf-d4df-4960-8c37-34aeefdb918c" xsi:nil="true"/>
    <lcf76f155ced4ddcb4097134ff3c332f xmlns="ee027e5d-e3f7-4a15-8562-b3d3cde3991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3574396489F2A408CA3654B3BFD8422" ma:contentTypeVersion="10" ma:contentTypeDescription="Ein neues Dokument erstellen." ma:contentTypeScope="" ma:versionID="969204ac11472e36d23f9bf858dc86b1">
  <xsd:schema xmlns:xsd="http://www.w3.org/2001/XMLSchema" xmlns:xs="http://www.w3.org/2001/XMLSchema" xmlns:p="http://schemas.microsoft.com/office/2006/metadata/properties" xmlns:ns2="ee027e5d-e3f7-4a15-8562-b3d3cde3991d" xmlns:ns3="1dacdcdf-d4df-4960-8c37-34aeefdb918c" targetNamespace="http://schemas.microsoft.com/office/2006/metadata/properties" ma:root="true" ma:fieldsID="4bfbc37b80d867521b2692f88b3f4205" ns2:_="" ns3:_="">
    <xsd:import namespace="ee027e5d-e3f7-4a15-8562-b3d3cde3991d"/>
    <xsd:import namespace="1dacdcdf-d4df-4960-8c37-34aeefdb91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027e5d-e3f7-4a15-8562-b3d3cde399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9e705d6-38b3-4b97-b0df-0b3ae6773d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acdcdf-d4df-4960-8c37-34aeefdb918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b87afd1-52cb-466b-91df-8b174df1b189}" ma:internalName="TaxCatchAll" ma:showField="CatchAllData" ma:web="1dacdcdf-d4df-4960-8c37-34aeefdb91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0A790B-9C07-4D26-90BF-175C92DB0386}">
  <ds:schemaRefs>
    <ds:schemaRef ds:uri="http://schemas.microsoft.com/office/2006/metadata/properties"/>
    <ds:schemaRef ds:uri="http://schemas.microsoft.com/office/infopath/2007/PartnerControls"/>
    <ds:schemaRef ds:uri="1dacdcdf-d4df-4960-8c37-34aeefdb918c"/>
    <ds:schemaRef ds:uri="ee027e5d-e3f7-4a15-8562-b3d3cde3991d"/>
  </ds:schemaRefs>
</ds:datastoreItem>
</file>

<file path=customXml/itemProps2.xml><?xml version="1.0" encoding="utf-8"?>
<ds:datastoreItem xmlns:ds="http://schemas.openxmlformats.org/officeDocument/2006/customXml" ds:itemID="{08483088-420C-434E-A469-1CAD36F60A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027e5d-e3f7-4a15-8562-b3d3cde3991d"/>
    <ds:schemaRef ds:uri="1dacdcdf-d4df-4960-8c37-34aeefdb91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6E29F4F-ED04-4711-AB4E-50CE9F380A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Office PowerPoint</Application>
  <PresentationFormat>Breitbild</PresentationFormat>
  <Paragraphs>111</Paragraphs>
  <Slides>7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Hochschulprojekt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Lebens-Finanzplaner – Projektpräsentation</dc:title>
  <dc:subject>Präsentation Lebens-Finanzplaner</dc:subject>
  <dc:creator>Lebens-Finanzplaner Projektteam</dc:creator>
  <cp:lastModifiedBy>Unzner, Grit</cp:lastModifiedBy>
  <cp:revision>4</cp:revision>
  <dcterms:created xsi:type="dcterms:W3CDTF">2026-07-13T13:39:48Z</dcterms:created>
  <dcterms:modified xsi:type="dcterms:W3CDTF">2026-07-20T14:41:11Z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0x010100C3574396489F2A408CA3654B3BFD8422</vt:lpwstr>
  </property>
</Properties>
</file>