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Kernblock: Implementierung und Sicherheit zusammen erklären, ohne zu tief in Code zu gehen.</a:t>
            </a:r>
            <a:endParaRPr/>
          </a:p>
        </p:txBody>
      </p:sp>
      <p:sp>
        <p:nvSpPr>
          <p:cNvPr id="89" name="Google Shape;89;p3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5a225c63c_6_8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5a225c63c_6_8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a225c63c_6_1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5a225c63c_6_1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a225c63c_6_1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5a225c63c_6_14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a225c63c_6_17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5a225c63c_6_17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a225c63c_6_19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5a225c63c_6_19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a225c63c_6_2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5a225c63c_6_2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85800" y="9144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rPr>
              <a:t>Teil 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85800" y="132588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Implementierung &amp; Sicherheit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13232" y="2176272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BD5E1"/>
                </a:solidFill>
              </a:rPr>
              <a:t>Justas Vaicekauskas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9235440" y="118872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5800"/>
              <a:buFont typeface="Arial"/>
              <a:buNone/>
            </a:pPr>
            <a:r>
              <a:rPr lang="en-US" sz="58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sz="5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5"/>
          <p:cNvCxnSpPr/>
          <p:nvPr/>
        </p:nvCxnSpPr>
        <p:spPr>
          <a:xfrm>
            <a:off x="713232" y="2816352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5"/>
          <p:cNvSpPr/>
          <p:nvPr/>
        </p:nvSpPr>
        <p:spPr>
          <a:xfrm>
            <a:off x="749808" y="3127248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Ziel dieses Abschnitts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749808" y="3474720"/>
            <a:ext cx="7498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Wie wurden Kernfunktionen umgesetzt und welche Sicherheitsmaßnahmen sind zentral?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81436"/>
            <a:ext cx="5062537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2681436"/>
            <a:ext cx="5062537" cy="2971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914400" y="581025"/>
            <a:ext cx="44005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Registrierung &amp; Login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914400" y="1143000"/>
            <a:ext cx="4191000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Sichere Identitätsprüfung und Session-Management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1228725" y="3472011"/>
            <a:ext cx="443388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POST /api/auth/register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672262" y="3472011"/>
            <a:ext cx="443388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POST /api/auth/login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676400" y="3033861"/>
            <a:ext cx="144018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Registrierung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647825" y="3906291"/>
            <a:ext cx="401478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Passwörter werden niemals im Klartext gespeichert.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647825" y="4378672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Sicheres </a:t>
            </a: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Hashing via bcrypt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schützt die Credentials, selbst bei einem Datenbank-Leak.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053262" y="3033861"/>
            <a:ext cx="172021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Login &amp; Zustand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091362" y="3906291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Gleicht das eingegebene Passwort sicher mit dem Datenbank-Hash ab.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091362" y="4622452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Zustand: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Bei Erfolg landet die user_id in einem kryptografisch signierten Flask-Session-Cookie.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725" y="3024336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419225" y="388724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419225" y="435962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302433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862762" y="388724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862762" y="460340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532905"/>
            <a:ext cx="3311425" cy="3268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1575" y="2532905"/>
            <a:ext cx="3311574" cy="3268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8900" y="2532905"/>
            <a:ext cx="3311425" cy="326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914400" y="581025"/>
            <a:ext cx="470058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Finanzdaten Speichern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914400" y="1143000"/>
            <a:ext cx="4476750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Hybrides Datenmodell und strikte Validierung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28725" y="3494930"/>
            <a:ext cx="26827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Frontend → PUT /api/financial-profile/ → Service-Schicht.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581150" y="2847230"/>
            <a:ext cx="244686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Datenfluss &amp; Validierung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452488" y="4354016"/>
            <a:ext cx="226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Strikte Prüfung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der Datenintegrität vor jedem einzelnen DB-Schreibvorgang.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178325" y="2885330"/>
            <a:ext cx="21702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Hybrid-Datenmodell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245000" y="3323480"/>
            <a:ext cx="226382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SQL-Spalten: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Für schnelle Suchen und Berechnungen (z.B. Nettoeinkommen).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245000" y="4301222"/>
            <a:ext cx="226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JSONB-Feld: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Für maximale Schema-Flexibilität (enthält das gesamte Profil).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37550" y="2885330"/>
            <a:ext cx="111013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 Trail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842325" y="3323480"/>
            <a:ext cx="226367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Nachvollziehbarkeit: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Lückenloses Änderungsprotokoll in einer dedizierten Log-Tabelle.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842250" y="4575802"/>
            <a:ext cx="226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Jede Anpassung am Finanzprofil bleibt revisionssicher dokumentiert.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8725" y="296153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295400" y="4298591"/>
            <a:ext cx="10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5900" y="287580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016400" y="330443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016400" y="426437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87580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613725" y="330443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13725" y="450815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37655"/>
            <a:ext cx="5062537" cy="3459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2437655"/>
            <a:ext cx="5062537" cy="345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914400" y="581025"/>
            <a:ext cx="379047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Finanz-Prognosen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914400" y="1143000"/>
            <a:ext cx="3609975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Zustandslose Berechnungs-Engine für maximale Vorhersagbarkeit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228725" y="3228230"/>
            <a:ext cx="4433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GET /api/prognosen/ lädt zunächst die aktuellen Nutzerdaten.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676400" y="2790080"/>
            <a:ext cx="17002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Ablauf &amp; Engine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647825" y="3906291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Pure Functions: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Die Berechnungs-Engine basiert auf reinen Funktionen.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647825" y="4622452"/>
            <a:ext cx="40147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Zustandslos und absolut ohne Seiteneffekte (keine verdeckten Datenbank-Updates während der Berechnung).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053262" y="2790080"/>
            <a:ext cx="22202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Simulation &amp; Vorteile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091362" y="3228230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Vorteil: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Hochgradig testbar und absolut vorhersagbar. Kantenfälle lassen sich perfekt isolieren.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091362" y="3944391"/>
            <a:ext cx="40147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Ergebnis: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Simuliert Zinseszins sowie langfristigen Vermögensaufbau und gibt die reinen Daten an das Frontend zurück.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725" y="278055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419225" y="388724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419225" y="460340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278055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862762" y="320918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862762" y="392534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544216"/>
            <a:ext cx="5062537" cy="3245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2544216"/>
            <a:ext cx="5062537" cy="324579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914400" y="581025"/>
            <a:ext cx="324040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Security Layer 1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914400" y="1143000"/>
            <a:ext cx="3086100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AuthN (Wer bist du?) &amp; AuthZ (Was darfst du?)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28725" y="3334791"/>
            <a:ext cx="44338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Wer bist du?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72262" y="3334791"/>
            <a:ext cx="44338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Was darfst du?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228725" y="2887116"/>
            <a:ext cx="185023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Authentication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647825" y="3799582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Der Identitätsnachweis läuft rein über das signierte Session-Cookie.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647825" y="4515742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Keine Übergabe von sensiblen Tokens im LocalStorage des Browsers.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72262" y="2887116"/>
            <a:ext cx="171021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Authorization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091362" y="3799582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Fehlt das Cookie?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Direkter Abbruch mit 401 Unauthorized.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091362" y="4515742"/>
            <a:ext cx="40147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Mandantenfähigkeit: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Jede DB-Abfrage erzwingt die user_id der Session. Es ist technisch ausgeschlossen, fremde Daten abzurufen.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419225" y="378053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419225" y="449669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862762" y="378053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862762" y="449669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18605"/>
            <a:ext cx="3311425" cy="349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1575" y="2418605"/>
            <a:ext cx="3311574" cy="349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8900" y="2418605"/>
            <a:ext cx="3311425" cy="349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914400" y="581025"/>
            <a:ext cx="332041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Security Layer 2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914400" y="1143000"/>
            <a:ext cx="3162300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API-Absicherung &amp; Datenhärtung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609725" y="2732930"/>
            <a:ext cx="241686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in Transit &amp; At Rest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647825" y="3380630"/>
            <a:ext cx="22636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 Transit: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Session-Cookies werden strikt nur über HTTPS übertragen (Secure Flag).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647825" y="4340572"/>
            <a:ext cx="226367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 Rest: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Schutz durch bcrypt (Passwörter) und serverseitige Supabase-Verschlüsselung der Daten.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206900" y="2771030"/>
            <a:ext cx="193024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API-Schutz: CORS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245000" y="3209180"/>
            <a:ext cx="2263824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Cross-Origin Resource Sharing (CORS):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245000" y="3925341"/>
            <a:ext cx="226382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Der Server blockiert Anfragen von nicht explizit autorisierten Domains.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245000" y="4885283"/>
            <a:ext cx="2263824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Verhindert unbefugte Cross-Site-Zugriffe auf die API.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804225" y="2771030"/>
            <a:ext cx="239029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API-Schutz: Validation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842325" y="3209180"/>
            <a:ext cx="22636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Validation: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842325" y="3681561"/>
            <a:ext cx="22636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Strenge Typprüfung und Sanitization aller eingehenden Requests.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842325" y="4641502"/>
            <a:ext cx="22636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Verhindert effektiv Injection-Angriffe durch manipulierte Payloads.</a:t>
            </a:r>
            <a:endParaRPr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8725" y="284723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1419225" y="336158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419225" y="432152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5900" y="27615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5016400" y="319013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5016400" y="390629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016400" y="4866233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76150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613725" y="319013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613725" y="366251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613725" y="462245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25278"/>
            <a:ext cx="5062537" cy="3883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2225278"/>
            <a:ext cx="5062537" cy="388381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914400" y="581025"/>
            <a:ext cx="333041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Security Layer 3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914400" y="1143000"/>
            <a:ext cx="3171825" cy="190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914400" y="1276350"/>
            <a:ext cx="1050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KI-Leitplanken und Datenschutz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228725" y="3015853"/>
            <a:ext cx="4433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Sicherheit durch Prompting: Steuerung über einen strikten System-Prompt.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672262" y="3015853"/>
            <a:ext cx="443388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Klare Trennung zwischen Modell und Nutzerdaten.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676400" y="2577703"/>
            <a:ext cx="168021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Feste KI-Regeln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1647825" y="3646289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Themenfokus: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Strikter Fokus ausschließlich auf Finanzthemen.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647825" y="4362450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Rechtliche Absicherung: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Explizite Anweisung: Keine konkrete Finanzberatung.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647825" y="5078610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Tonalität: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Neutrale, sachliche und nicht-wertende Antworten erzwungen.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7024687" y="2577703"/>
            <a:ext cx="134016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Datenschutz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7091362" y="3402508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Nur Kontext: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Nutzerdaten dienen dem LLM lediglich als temporärer Kontext für die aktuelle Anfrage.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7091362" y="4118669"/>
            <a:ext cx="40147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Kein Training:</a:t>
            </a: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Es findet kein Einfließen der persönlichen Nutzerdaten in das langfristige KI-Training statt.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725" y="2568178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1419225" y="3627239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419225" y="434340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419225" y="505956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2262" y="2568178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6862762" y="3383458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862762" y="4099619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